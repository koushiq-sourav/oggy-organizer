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everyone, moving to 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gap motivates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result, see paper Table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Thesis defense: sparse 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Name,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is costly; no clear schedule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Gap in literature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Nobody reports sparsity trade-offs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Prune 10 percent per round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Holds accuracy to 80 percent sparsity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Claim without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method cures all graph problems forever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Only citation graphs tested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Smith 2023, Lee 2024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Social graphs next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Reproducible schedule; code online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